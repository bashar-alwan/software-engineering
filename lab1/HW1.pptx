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15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lk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2801600" cy="6400800"/>
          </a:xfrm>
          <a:prstGeom prst="rect">
            <a:avLst/>
          </a:prstGeom>
        </p:spPr>
      </p:pic>
      <p:pic>
        <p:nvPicPr>
          <p:cNvPr id="3" name="Picture 2" descr="three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l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2801600" cy="6400800"/>
          </a:xfrm>
          <a:prstGeom prst="rect">
            <a:avLst/>
          </a:prstGeom>
        </p:spPr>
      </p:pic>
      <p:pic>
        <p:nvPicPr>
          <p:cNvPr id="3" name="Picture 2" descr="three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lk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2801600" cy="6400800"/>
          </a:xfrm>
          <a:prstGeom prst="rect">
            <a:avLst/>
          </a:prstGeom>
        </p:spPr>
      </p:pic>
      <p:pic>
        <p:nvPicPr>
          <p:cNvPr id="3" name="Picture 2" descr="three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lk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2801600" cy="6400800"/>
          </a:xfrm>
          <a:prstGeom prst="rect">
            <a:avLst/>
          </a:prstGeom>
        </p:spPr>
      </p:pic>
      <p:pic>
        <p:nvPicPr>
          <p:cNvPr id="3" name="Picture 2" descr="three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l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2801600" cy="6400800"/>
          </a:xfrm>
          <a:prstGeom prst="rect">
            <a:avLst/>
          </a:prstGeom>
        </p:spPr>
      </p:pic>
      <p:pic>
        <p:nvPicPr>
          <p:cNvPr id="3" name="Picture 2" descr="three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lk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2801600" cy="6400800"/>
          </a:xfrm>
          <a:prstGeom prst="rect">
            <a:avLst/>
          </a:prstGeom>
        </p:spPr>
      </p:pic>
      <p:pic>
        <p:nvPicPr>
          <p:cNvPr id="3" name="Picture 2" descr="three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alk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2801600" cy="6400800"/>
          </a:xfrm>
          <a:prstGeom prst="rect">
            <a:avLst/>
          </a:prstGeom>
        </p:spPr>
      </p:pic>
      <p:pic>
        <p:nvPicPr>
          <p:cNvPr id="3" name="Picture 2" descr="three_do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ree_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Git Commands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C8C8C8"/>
                </a:solidFill>
                <a:latin typeface="Courier New"/>
              </a:defRPr>
            </a:pPr>
            <a:r>
              <a:t>git ls-files                 # عرض الملفات المتعقبة</a:t>
            </a:r>
            <a:br/>
            <a:r>
              <a:t>git clean -dn                # معاينة الملفات غير المتعقبة قبل الحذف</a:t>
            </a:r>
            <a:br/>
            <a:r>
              <a:t>git clean -df                # حذف الملفات غير المتعقبة</a:t>
            </a:r>
            <a:br/>
            <a:br/>
            <a:r>
              <a:t>git restore "bashar"         # خطأ: الملف غير موجود</a:t>
            </a:r>
            <a:br/>
            <a:r>
              <a:t>git restore "bashar.txt"     # استعادة الملف bashar.txt</a:t>
            </a:r>
            <a:br/>
            <a:br/>
            <a:r>
              <a:t>git rm "bashar.txt"          # حذف الملف من git والنظام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ree_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>
                <a:solidFill>
                  <a:srgbClr val="FFFFFF"/>
                </a:solidFill>
              </a:rPr>
              <a:t>Software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C8C8C8"/>
                </a:solidFill>
              </a:defRPr>
            </a:pPr>
            <a:r>
              <a:rPr>
                <a:solidFill>
                  <a:srgbClr val="FFFFFF"/>
                </a:solidFill>
              </a:rPr>
              <a:t>Lab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675120"/>
            <a:ext cx="13716000" cy="914400"/>
          </a:xfrm>
          <a:prstGeom prst="rect">
            <a:avLst/>
          </a:prstGeom>
          <a:solidFill>
            <a:srgbClr val="32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C8C8C8"/>
                </a:solidFill>
              </a:defRPr>
            </a:pPr>
            <a:r>
              <a:rPr>
                <a:solidFill>
                  <a:srgbClr val="FFFFFF"/>
                </a:solidFill>
              </a:rPr>
              <a:t>Lab 1 · Software Engineering · Terminal Practice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ree_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Shell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C8C8C8"/>
                </a:solidFill>
                <a:latin typeface="Courier New"/>
              </a:defRPr>
            </a:pPr>
            <a:r>
              <a:t># الرجوع للخلف</a:t>
            </a:r>
            <a:br/>
            <a:r>
              <a:t>cd..</a:t>
            </a:r>
            <a:br/>
            <a:br/>
            <a:r>
              <a:t># إنشاء مجلد جديد باسم software_engineering</a:t>
            </a:r>
            <a:br/>
            <a:r>
              <a:t>mkdir software_engineering</a:t>
            </a:r>
            <a:br/>
            <a:br/>
            <a:r>
              <a:t># الدخول إلى المجلد</a:t>
            </a:r>
            <a:br/>
            <a:r>
              <a:t>cd software_engineering</a:t>
            </a:r>
            <a:br/>
            <a:br/>
            <a:r>
              <a:t># إنشاء مجلد فرعي lab1</a:t>
            </a:r>
            <a:br/>
            <a:r>
              <a:t>mkdir lab1</a:t>
            </a:r>
            <a:br/>
            <a:br/>
            <a:r>
              <a:t># الدخول إلى lab1</a:t>
            </a:r>
            <a:br/>
            <a:r>
              <a:t>cd lab1</a:t>
            </a:r>
            <a:br/>
            <a:br/>
            <a:r>
              <a:t># الرجوع مجددًا لمجلد software_engineering</a:t>
            </a:r>
            <a:br/>
            <a:r>
              <a:t>cd..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ree_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Git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C8C8C8"/>
                </a:solidFill>
                <a:latin typeface="Courier New"/>
              </a:defRPr>
            </a:pPr>
            <a:r>
              <a:t>git init</a:t>
            </a:r>
            <a:br/>
            <a:r>
              <a:t>git config --global user.email ".."</a:t>
            </a:r>
            <a:br/>
            <a:r>
              <a:t>git config --global user.name "..."</a:t>
            </a:r>
            <a:br/>
            <a:r>
              <a:t>git status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ree_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Git Add and Branching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C8C8C8"/>
                </a:solidFill>
                <a:latin typeface="Courier New"/>
              </a:defRPr>
            </a:pPr>
            <a:r>
              <a:t>cd lab1</a:t>
            </a:r>
            <a:br/>
            <a:r>
              <a:t>git add "bashar.txt"</a:t>
            </a:r>
            <a:br/>
            <a:r>
              <a:t>git commit -m "message"</a:t>
            </a:r>
            <a:br/>
            <a:r>
              <a:t>git log</a:t>
            </a:r>
            <a:br/>
            <a:r>
              <a:t>git branch</a:t>
            </a:r>
            <a:br/>
            <a:r>
              <a:t>git branch "bashar"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ree_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Switching Branches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C8C8C8"/>
                </a:solidFill>
                <a:latin typeface="Courier New"/>
              </a:defRPr>
            </a:pPr>
            <a:r>
              <a:t>git checkout "bashar"</a:t>
            </a:r>
            <a:br/>
            <a:r>
              <a:t>git switch "main"</a:t>
            </a:r>
            <a:br/>
            <a:r>
              <a:t>git switch -c "bashar1"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ree_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Branch Creation and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C8C8C8"/>
                </a:solidFill>
                <a:latin typeface="Courier New"/>
              </a:defRPr>
            </a:pPr>
            <a:r>
              <a:t>git checkout -b "bashar"      # فشل بسبب وجود الفرع مسبقًا</a:t>
            </a:r>
            <a:br/>
            <a:r>
              <a:t>git checkout -b "bashar2"     # إنشاء فرع جديد بنجاح</a:t>
            </a:r>
            <a:br/>
            <a:r>
              <a:t>git merge "bashar"            # دمج فرع bashar في bashar2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ree_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731520"/>
            <a:ext cx="12801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Clean and Restore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2801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>
                <a:solidFill>
                  <a:srgbClr val="C8C8C8"/>
                </a:solidFill>
                <a:latin typeface="Courier New"/>
              </a:defRPr>
            </a:pPr>
            <a:r>
              <a:t>git ls-files                 # عرض الملفات المتعقبة</a:t>
            </a:r>
            <a:br/>
            <a:r>
              <a:t>git clean -dn                # معاينة الملفات غير المتعقبة قبل الحذف</a:t>
            </a:r>
            <a:br/>
            <a:r>
              <a:t>git clean -df                # حذف الملفات غير المتعقبة</a:t>
            </a:r>
            <a:br/>
            <a:br/>
            <a:r>
              <a:t>git restore "bashar"         # خطأ: الملف غير موجود</a:t>
            </a:r>
            <a:br/>
            <a:r>
              <a:t>git restore "bashar.txt"     # استعادة الملف bashar.txt</a:t>
            </a:r>
            <a:br/>
            <a:br/>
            <a:r>
              <a:t>git rm "bashar.txt"          # حذف الملف من git والنظام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2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hree_d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74320"/>
            <a:ext cx="109728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B4FFC8"/>
                </a:solidFill>
              </a:defRPr>
            </a:pPr>
            <a:r>
              <a:t>The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8C8C8"/>
                </a:solidFill>
                <a:latin typeface="Courier New"/>
              </a:defRPr>
            </a:pPr>
            <a:r>
              <a:t>By: bashar alwan</a:t>
            </a:r>
            <a:br/>
            <a:r>
              <a:t>bashar.university2025@gmail.com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